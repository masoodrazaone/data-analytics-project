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90" d="100"/>
          <a:sy n="90" d="100"/>
        </p:scale>
        <p:origin x="21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E8B8-FD27-84D0-53CB-918E50BE0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EF9AB-060D-ACAA-87E3-085371676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A193F-5791-A2C1-74FA-A17C7969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32FF8-9D37-5F7F-8086-A4EECA1E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E05D3-FC60-E014-63CE-4748C463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2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97DD-838B-D03C-9140-B6AF529B2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4E477-7E50-A251-BB43-90AC6EBD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D5779-333A-2E9B-DB0D-7A593D79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69928-D196-CB76-6C90-F9B75A24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0503E-C8FB-C5E2-9B06-594B33A9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66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3634-0902-C036-C67C-54D66DDB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A9819-E96A-FF55-97DF-56FD61360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A38FC-C4EC-9472-05C9-BFDAC047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6301D-0EE4-6981-54CE-2E1A8E81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17F4-9085-BD92-597A-27C9DB59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13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AA264-0C0B-FD05-DBF7-253EE223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DB73-98C9-6514-8B7F-9117A4EAB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E0B6A-31F7-5790-AD22-2F3ECBDB9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4275-1A88-2215-FFC3-8AA9A9D9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F6070-A75A-22CE-5EC7-65EFC250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3EFA6-CF9B-D7F5-6B73-DE2F3558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4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A81D-2077-87F6-4222-CB481CF8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10D2F-17BB-EFFA-E46F-24255D14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D30ED-A5CE-0ACE-1F97-038279C34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582E3-3B34-8FD0-4AC3-0B61B98CC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3B4CF-9B85-F282-3F80-88FB39F60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E59BC-14E2-8167-9B44-FAEA469E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DA918-817C-3ED2-9A20-4CD6001B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5435D-3216-D0BF-98F0-DA45B49C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3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9E3E-AF75-A1A6-B85B-60E19A83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2E598-D4D3-BBBC-96BA-84709193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E6F56-561C-5D0C-DC2A-F4E08F33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4AEBE-D2FA-C2F3-9071-0ED16516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5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CF62-A28F-1D86-35F6-25BAEED1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AB92D-5DA9-4453-CA00-3EAE6D56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2EB5-02E1-5E46-60D5-44D11603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71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3E05-1C91-F322-F3E6-39E50154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3E01-4CCB-C185-C425-519F514CD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2B9F9-BF8D-E67F-DC3A-DFC514D71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04704-E0C9-419A-7010-1DBD6817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4E219-7824-E19E-492D-C285A3C7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3CC49-41D9-514C-3289-EFD0B3A6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11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7ACF-03F7-8862-B3B6-3393C2C9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2178DC-F8E1-A665-522B-9F2FE02EB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07502-EFEF-01E8-6FAA-FAA41DE89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3FE32-8223-C161-2C6D-B005FAB4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9851C-1992-E0EA-BECE-F18C07A3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3179-0196-9CDF-60B0-C8DD279F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23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45FA-0FD4-580C-B81F-33438D5F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17307-9348-702F-5E72-7DDBCBA0E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D87AD-08F9-BCFD-0F46-F2988166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3DC9-A5CF-F8D8-C6B1-5CC9CDB2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DDA8-95DB-0D5C-6649-D92854CF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7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34547-C615-A064-5CE0-95AD798E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F00C1-A125-CEC3-04EC-28FB214BA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BC1C-FBDF-2687-CAAB-813BD27A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5D832-5E98-97E5-B366-2D126B6A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1D90-4437-4619-EBFE-E32A81E8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83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F96DA-176A-3F2E-3A76-33909F3D9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4D492-004C-A7E1-6432-F582D72ED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CC75D-24DB-F347-D586-65F35BA4F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B3AAB-AEB1-453B-9B37-5F3C21DD14C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30BF-FA99-F1D6-A25E-ED995F51B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2DA7-4FBC-0D10-7651-73C8024D7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9AB33-2E3F-479F-9968-2A95BE63B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96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1239-D525-B577-3919-2548B683C5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46B6C-22B1-CDD7-AF9D-F830631BB3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BA3E4-97F2-5A43-0F34-FF087DC35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51" y="171167"/>
            <a:ext cx="10307368" cy="64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2557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35622-1C3A-AC90-AC7B-75396CF3D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23" y="178788"/>
            <a:ext cx="10278360" cy="64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0731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0A5AA-27EB-E61E-D9D2-D0E48F67C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01323"/>
            <a:ext cx="10306800" cy="57890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838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MASOOD RAZA</dc:creator>
  <cp:lastModifiedBy>MASOOD RAZA</cp:lastModifiedBy>
  <cp:revision>1</cp:revision>
  <dcterms:created xsi:type="dcterms:W3CDTF">2026-03-06T21:59:03Z</dcterms:created>
  <dcterms:modified xsi:type="dcterms:W3CDTF">2026-03-06T22:09:05Z</dcterms:modified>
</cp:coreProperties>
</file>